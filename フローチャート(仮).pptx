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716"/>
  </p:normalViewPr>
  <p:slideViewPr>
    <p:cSldViewPr snapToGrid="0">
      <p:cViewPr varScale="1">
        <p:scale>
          <a:sx n="147" d="100"/>
          <a:sy n="147" d="100"/>
        </p:scale>
        <p:origin x="22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C60446-8AEE-F8F3-88ED-70C0D4976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1C33F4-DA2D-E115-2765-88F3E04CE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37D622-F775-D8D5-C420-05070451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CEC1-0D0B-6142-88E7-B32555125C9F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92E9C7-93D4-23BA-4ECC-4F5ADBCCE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D3CFD9-42EE-DD64-09F2-8C244345E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9081-2EB7-F046-846B-C97E8AF97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22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178805-B275-D58E-FC6E-65389808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DC6E24-E4D9-A2C8-8C04-901429925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349B93-8397-7DD3-F628-F3BF6E1D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CEC1-0D0B-6142-88E7-B32555125C9F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874782-85A5-7F30-8F54-1F56C1798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547D2C-CD47-55B3-129C-21B2EFD2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9081-2EB7-F046-846B-C97E8AF97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3246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BE0243-42AC-1C35-DDD4-650A2D4A0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DA4A93-BD7E-6153-23AF-CBCEE1C35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4876CD-31B8-ED77-0C06-DFC190F3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CEC1-0D0B-6142-88E7-B32555125C9F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EE8EDB-E12A-3B96-8FD9-1CBD45633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ACAFFC-3C29-40D1-0C6D-3723B956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9081-2EB7-F046-846B-C97E8AF97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1646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A1ED94-D057-A036-8208-2D250721C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572BE2-234B-A07D-0CDA-03B2E44C7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7777AE-CA87-07F0-9E36-A0710DF09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50A809-52F1-A218-B2DB-64C2300C3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CEC1-0D0B-6142-88E7-B32555125C9F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8CF738-96C8-89B7-6F45-7A717146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9D92EC2-B4E1-F48D-3F04-C07563A1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9081-2EB7-F046-846B-C97E8AF97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686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BC4EE5-FC49-4963-00AE-437C682A9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8564D2-63A1-6055-D83B-FCFC4539A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85A18E-61A9-4CB4-A318-04DD33207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A3DC53-7CD7-DB70-6B65-08B749DCA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E8E6884-DA60-68CC-0BAF-0DACEC95B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F02DAE7-1595-FBD7-AFDF-5D9024D28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CEC1-0D0B-6142-88E7-B32555125C9F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207A552-FA04-AD1B-16DA-0ED56F21C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927007-163C-5420-985E-E5204ED01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9081-2EB7-F046-846B-C97E8AF97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3178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F2D7E3-4B8A-E6F6-F9A8-FF527B65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4637245-666F-89E7-61B8-CC3567F4C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CEC1-0D0B-6142-88E7-B32555125C9F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E28BC4E-958E-81C6-7280-718A51702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3BA4E49-E5C4-E74D-8EEB-F1DB40FE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9081-2EB7-F046-846B-C97E8AF97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0779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E47C84F-340D-1597-3057-817BA7621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CEC1-0D0B-6142-88E7-B32555125C9F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2CCC379-C468-9651-12A8-7B38B3B4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97D0943-5A89-99C7-4C6F-26C75A0A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9081-2EB7-F046-846B-C97E8AF97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3434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7197A6-C387-C244-21AA-9A7749A49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53FB56-B50A-4F13-1451-4DDF96B4A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7E817A0-62B7-3C5F-AC3F-9DCF07795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D79D1D-333A-0BA2-37FA-5CF789E6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CEC1-0D0B-6142-88E7-B32555125C9F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16E890-35F6-9C45-450D-56482A1C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2611F4-904B-B2FB-EC5D-9C18CF99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9081-2EB7-F046-846B-C97E8AF97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1824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19DDAF-08D0-BB34-8C66-D3CAF85E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EBC4019-4218-8C18-164F-886E6BB34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420BA0-FDEB-73C1-BB98-836EA09C7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05B516-E322-1697-B2F0-223542CAF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CEC1-0D0B-6142-88E7-B32555125C9F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39D7FB-3EAC-D93A-C27E-6B6C38C3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1C5E28-6B49-B067-9972-6CF3B767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9081-2EB7-F046-846B-C97E8AF97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8393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C2F60E-2600-22B4-51F9-40A799657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BAC208-6553-2A43-FD15-8C4AAE9F0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5B075D-94B3-19F4-1969-9639AB074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CEC1-0D0B-6142-88E7-B32555125C9F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A2DA6B-CD49-4225-91C6-6788F994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4B7BAC-F32C-B29B-A37C-CFB1386F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9081-2EB7-F046-846B-C97E8AF97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8613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47B5565-5430-27EA-BBA3-C3D6975FD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2B979A-E089-A07E-06C2-3489C100B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F7FD50-1676-B6C6-56D1-F4C57E72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CEC1-0D0B-6142-88E7-B32555125C9F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9B3E44-D8AC-E64B-34A2-1F4E42084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2A646F-A3DB-4D0A-6B75-2F930126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9081-2EB7-F046-846B-C97E8AF97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29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54EF221-7E44-0BA0-3287-C14B60CF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E3D494-5B48-D981-6576-E8B0A4485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E40E22-609D-98AB-4BE4-B3F79106C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DCEC1-0D0B-6142-88E7-B32555125C9F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CDD49D-5759-0941-0B8B-6A758B311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B39712-0160-6E4C-8F02-651E907EF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B9081-2EB7-F046-846B-C97E8AF97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3493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処理 3">
            <a:extLst>
              <a:ext uri="{FF2B5EF4-FFF2-40B4-BE49-F238E27FC236}">
                <a16:creationId xmlns:a16="http://schemas.microsoft.com/office/drawing/2014/main" id="{14656FFE-F15C-EDAE-761B-A1804B397304}"/>
              </a:ext>
            </a:extLst>
          </p:cNvPr>
          <p:cNvSpPr/>
          <p:nvPr/>
        </p:nvSpPr>
        <p:spPr>
          <a:xfrm>
            <a:off x="4772297" y="452846"/>
            <a:ext cx="2098765" cy="6126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/>
              <a:t>ホーム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BE24483A-8A9A-2E5B-EA36-B0FDEF80FADF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821680" y="1065494"/>
            <a:ext cx="0" cy="832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A518191-1475-7722-1BB2-77D5ABF0FDC0}"/>
              </a:ext>
            </a:extLst>
          </p:cNvPr>
          <p:cNvCxnSpPr>
            <a:cxnSpLocks/>
          </p:cNvCxnSpPr>
          <p:nvPr/>
        </p:nvCxnSpPr>
        <p:spPr>
          <a:xfrm>
            <a:off x="3988526" y="1481981"/>
            <a:ext cx="183315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B79AA090-8AAA-C8E3-9518-B027A13B5535}"/>
              </a:ext>
            </a:extLst>
          </p:cNvPr>
          <p:cNvCxnSpPr>
            <a:cxnSpLocks/>
          </p:cNvCxnSpPr>
          <p:nvPr/>
        </p:nvCxnSpPr>
        <p:spPr>
          <a:xfrm>
            <a:off x="5821679" y="1481981"/>
            <a:ext cx="204216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EA204D07-3BF0-CF5C-F09F-10EAC5BA02D3}"/>
              </a:ext>
            </a:extLst>
          </p:cNvPr>
          <p:cNvCxnSpPr>
            <a:cxnSpLocks/>
          </p:cNvCxnSpPr>
          <p:nvPr/>
        </p:nvCxnSpPr>
        <p:spPr>
          <a:xfrm>
            <a:off x="3988526" y="1481981"/>
            <a:ext cx="0" cy="435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8537FDA-C418-AB7D-EB39-7D1DC4211E4D}"/>
              </a:ext>
            </a:extLst>
          </p:cNvPr>
          <p:cNvCxnSpPr>
            <a:cxnSpLocks/>
          </p:cNvCxnSpPr>
          <p:nvPr/>
        </p:nvCxnSpPr>
        <p:spPr>
          <a:xfrm>
            <a:off x="7863840" y="1481981"/>
            <a:ext cx="0" cy="435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フローチャート: 処理 19">
            <a:extLst>
              <a:ext uri="{FF2B5EF4-FFF2-40B4-BE49-F238E27FC236}">
                <a16:creationId xmlns:a16="http://schemas.microsoft.com/office/drawing/2014/main" id="{97DD152D-DA18-2480-7825-B28E95F4B62A}"/>
              </a:ext>
            </a:extLst>
          </p:cNvPr>
          <p:cNvSpPr/>
          <p:nvPr/>
        </p:nvSpPr>
        <p:spPr>
          <a:xfrm>
            <a:off x="5339442" y="1918932"/>
            <a:ext cx="1077686" cy="6126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/>
              <a:t>家計簿</a:t>
            </a:r>
          </a:p>
        </p:txBody>
      </p:sp>
      <p:sp>
        <p:nvSpPr>
          <p:cNvPr id="21" name="フローチャート: 処理 20">
            <a:extLst>
              <a:ext uri="{FF2B5EF4-FFF2-40B4-BE49-F238E27FC236}">
                <a16:creationId xmlns:a16="http://schemas.microsoft.com/office/drawing/2014/main" id="{C16144E3-462E-0698-0E84-7D4D33C57A6A}"/>
              </a:ext>
            </a:extLst>
          </p:cNvPr>
          <p:cNvSpPr/>
          <p:nvPr/>
        </p:nvSpPr>
        <p:spPr>
          <a:xfrm>
            <a:off x="7125789" y="1918932"/>
            <a:ext cx="1476101" cy="6126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/>
              <a:t>参考文献</a:t>
            </a:r>
          </a:p>
        </p:txBody>
      </p:sp>
      <p:sp>
        <p:nvSpPr>
          <p:cNvPr id="23" name="フローチャート: 処理 22">
            <a:extLst>
              <a:ext uri="{FF2B5EF4-FFF2-40B4-BE49-F238E27FC236}">
                <a16:creationId xmlns:a16="http://schemas.microsoft.com/office/drawing/2014/main" id="{8D04B083-6D99-D341-6D7E-818ED852F162}"/>
              </a:ext>
            </a:extLst>
          </p:cNvPr>
          <p:cNvSpPr/>
          <p:nvPr/>
        </p:nvSpPr>
        <p:spPr>
          <a:xfrm>
            <a:off x="3449683" y="1918932"/>
            <a:ext cx="1077686" cy="6126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/>
              <a:t>課題</a:t>
            </a:r>
            <a:endParaRPr kumimoji="1"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2706928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</Words>
  <Application>Microsoft Macintosh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尾添　遼太</dc:creator>
  <cp:lastModifiedBy>尾添　遼太</cp:lastModifiedBy>
  <cp:revision>1</cp:revision>
  <dcterms:created xsi:type="dcterms:W3CDTF">2025-12-19T03:14:18Z</dcterms:created>
  <dcterms:modified xsi:type="dcterms:W3CDTF">2025-12-19T03:18:25Z</dcterms:modified>
</cp:coreProperties>
</file>